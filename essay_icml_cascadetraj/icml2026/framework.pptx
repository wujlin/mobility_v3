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8"/>
    <a:srgbClr val="DBE9D1"/>
    <a:srgbClr val="CBE3EF"/>
    <a:srgbClr val="D3CBE3"/>
    <a:srgbClr val="F3CCA1"/>
    <a:srgbClr val="BCD5B1"/>
    <a:srgbClr val="B1CBE9"/>
    <a:srgbClr val="ECEBE8"/>
    <a:srgbClr val="EA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70EC9-BE7D-EEB2-6861-4644A3947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414B3E-DD2A-35CD-FCC9-1F314620C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06053-2165-E1B2-B39F-1A38AF3D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0EA5AA-832A-B428-8464-0EA36B20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14920-9343-EA3F-1133-3F385830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50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36686-A719-D9AC-8544-083C42A5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2A0D1-C47D-8AA7-9703-9DB4AABC0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2EEE4-2BF6-3570-8AFF-7E694E14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B842AE-D2BA-C502-6F53-ED941384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338EEE-9DF6-4ADC-53BD-E81F0B33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F70F3-4C6F-8EC1-A6B2-652CB6F4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D1483-BC98-DFCE-22FF-1E19D47C1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4BCDEC-C3C8-1383-412B-AEC5BA76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F4182-D72E-E530-59EA-83FC57A8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6FE8F-B1A8-5FAC-B7DB-3DBAD97D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80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733E3-9314-98FB-8F7C-2F4DB749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D7A5E0-11AA-8414-391E-B0CC3FE33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065775-810B-262F-89B4-F6521094B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C1A668-E331-DDA0-2947-977C40A7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3D61D1-EFA4-B075-D871-33573627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EC8A12-242D-EBD0-7BD6-EDB6FD8F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9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28C50-CCBC-BD3A-4621-B722F164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323E7B-190C-F8E1-5A30-29F10AECA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DA7775-68D3-2BD5-2550-9165C396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E3A16-8A3B-CB7B-7EE7-2C4E08D24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E06776-D3D8-6593-B4CC-762FF96E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A6094C-E87F-45E8-E811-251477A3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283BFC-3BED-7B43-B083-2E4E0E43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C3EF05-2092-DFE8-B681-860AACBC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3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8AB8B-869B-C687-3DB5-F78FFD5E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125AFD-4242-8DD0-6472-B40F90AB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7A66D0-C798-B0D3-07DC-4E94998C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DD65FD-08DD-2ECE-04F1-6AEBED05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50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791FF4-3FBF-2BF8-DA41-7F6AD0CA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ED7271-A5FF-3525-94C5-B0E58FCB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C1175F-6672-A9BD-3AA5-D89A1D8C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2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22548-4FF2-692A-1C49-ECD60933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248D65-EE86-91F1-ABEA-FE8D4000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0EB76D-3E17-876F-A122-ABD43927F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6FD3E8-54E4-D85C-0037-CEC450B2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D2CF6B-EB67-15C8-8AF1-843700E4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9CF65C-8A4A-73B7-0D0F-893777EC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42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1909D-881B-CDE9-498A-9D71D64E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04F9E9-4C75-D42D-BF51-66B19C7F4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43D68A-60DB-A8F6-146D-53F237494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92993F-EF0E-EA02-7C50-6CFD339F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9CCFA9-F52D-C1F7-57C0-6015CD79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CAF25E-83E2-CEB2-1CE2-650D3165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392B2-22F6-8BF0-8FE3-5A244753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2AB498-AA17-FBFA-122C-A65CA4E77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71B6F-515A-5E44-68BC-4D59CF57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F5C2F-7CBA-3388-A354-930CA144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3D0DF-6743-8398-EB9B-BA77D6E6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46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9FA629-EFBE-7797-B151-F53CD769C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0855C8-F4D8-B658-1C68-456733733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AA0BE-48E2-2212-5D5B-FE03F93E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D1D63-8897-A068-86AB-8B73BFC0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FC349-0407-BABB-184B-368466F0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02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7597F5-41E4-4C4E-FE8A-10AF7240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8A18D5-2BEF-B281-731E-22E7ECD06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3BBA30-6D5B-CA9A-ED37-B78E6FDD6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134FD-B258-4724-98F3-8C66A0C7767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29E36-A04F-D83D-6FD7-E84B1E09A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7FDBA-852E-434B-5262-4CD8DEC05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5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259CBD-7B74-6B7E-35A0-2D001D929133}"/>
              </a:ext>
            </a:extLst>
          </p:cNvPr>
          <p:cNvSpPr/>
          <p:nvPr/>
        </p:nvSpPr>
        <p:spPr>
          <a:xfrm>
            <a:off x="3057235" y="1537855"/>
            <a:ext cx="1302330" cy="20089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08F9D420-B3F1-112D-4AED-B8B9A87FE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232" y="1307021"/>
            <a:ext cx="1228529" cy="2595267"/>
          </a:xfrm>
          <a:prstGeom prst="rect">
            <a:avLst/>
          </a:prstGeom>
        </p:spPr>
      </p:pic>
      <p:sp>
        <p:nvSpPr>
          <p:cNvPr id="9" name="圆柱体 8">
            <a:extLst>
              <a:ext uri="{FF2B5EF4-FFF2-40B4-BE49-F238E27FC236}">
                <a16:creationId xmlns:a16="http://schemas.microsoft.com/office/drawing/2014/main" id="{5FB5F0A5-6F43-A0D4-466C-F94426B04E80}"/>
              </a:ext>
            </a:extLst>
          </p:cNvPr>
          <p:cNvSpPr/>
          <p:nvPr/>
        </p:nvSpPr>
        <p:spPr>
          <a:xfrm>
            <a:off x="3657600" y="1348509"/>
            <a:ext cx="337125" cy="378691"/>
          </a:xfrm>
          <a:prstGeom prst="can">
            <a:avLst/>
          </a:prstGeom>
          <a:solidFill>
            <a:srgbClr val="ECEB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7DBD02D4-62A1-6997-2882-8A447F718C28}"/>
              </a:ext>
            </a:extLst>
          </p:cNvPr>
          <p:cNvSpPr/>
          <p:nvPr/>
        </p:nvSpPr>
        <p:spPr>
          <a:xfrm>
            <a:off x="3657599" y="2372215"/>
            <a:ext cx="341745" cy="378691"/>
          </a:xfrm>
          <a:prstGeom prst="can">
            <a:avLst/>
          </a:prstGeom>
          <a:solidFill>
            <a:srgbClr val="ECEB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柱体 10">
            <a:extLst>
              <a:ext uri="{FF2B5EF4-FFF2-40B4-BE49-F238E27FC236}">
                <a16:creationId xmlns:a16="http://schemas.microsoft.com/office/drawing/2014/main" id="{AE88CFDB-C637-EA26-E226-A12E0687F75A}"/>
              </a:ext>
            </a:extLst>
          </p:cNvPr>
          <p:cNvSpPr/>
          <p:nvPr/>
        </p:nvSpPr>
        <p:spPr>
          <a:xfrm>
            <a:off x="3625273" y="3302000"/>
            <a:ext cx="341745" cy="378691"/>
          </a:xfrm>
          <a:prstGeom prst="can">
            <a:avLst/>
          </a:prstGeom>
          <a:solidFill>
            <a:srgbClr val="ECEB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8B1E9A4-FFBD-72E9-3D7A-2B7FCC636082}"/>
              </a:ext>
            </a:extLst>
          </p:cNvPr>
          <p:cNvSpPr/>
          <p:nvPr/>
        </p:nvSpPr>
        <p:spPr>
          <a:xfrm>
            <a:off x="4922982" y="1487055"/>
            <a:ext cx="822036" cy="1117600"/>
          </a:xfrm>
          <a:prstGeom prst="roundRect">
            <a:avLst/>
          </a:prstGeom>
          <a:solidFill>
            <a:srgbClr val="B1CBE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FEF516A-AD91-35AA-A8BB-7BC30765AC2E}"/>
              </a:ext>
            </a:extLst>
          </p:cNvPr>
          <p:cNvSpPr/>
          <p:nvPr/>
        </p:nvSpPr>
        <p:spPr>
          <a:xfrm>
            <a:off x="5929745" y="1473200"/>
            <a:ext cx="762001" cy="1117600"/>
          </a:xfrm>
          <a:prstGeom prst="roundRect">
            <a:avLst/>
          </a:prstGeom>
          <a:solidFill>
            <a:srgbClr val="BCD5B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4DA576-D92C-8F49-7254-74ADC42D65A5}"/>
              </a:ext>
            </a:extLst>
          </p:cNvPr>
          <p:cNvSpPr/>
          <p:nvPr/>
        </p:nvSpPr>
        <p:spPr>
          <a:xfrm>
            <a:off x="6862617" y="1473200"/>
            <a:ext cx="895928" cy="1117600"/>
          </a:xfrm>
          <a:prstGeom prst="roundRect">
            <a:avLst/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86BB04-6646-9BCE-2FDA-F5BEF7E512B4}"/>
              </a:ext>
            </a:extLst>
          </p:cNvPr>
          <p:cNvSpPr/>
          <p:nvPr/>
        </p:nvSpPr>
        <p:spPr>
          <a:xfrm>
            <a:off x="5043052" y="2983345"/>
            <a:ext cx="2632365" cy="5634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70E7D1-24E3-A853-C8DB-833EED2E7BB8}"/>
              </a:ext>
            </a:extLst>
          </p:cNvPr>
          <p:cNvSpPr/>
          <p:nvPr/>
        </p:nvSpPr>
        <p:spPr>
          <a:xfrm>
            <a:off x="5615709" y="3888509"/>
            <a:ext cx="1496291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D9C9488-C238-80EE-98F7-190D386779B8}"/>
              </a:ext>
            </a:extLst>
          </p:cNvPr>
          <p:cNvSpPr/>
          <p:nvPr/>
        </p:nvSpPr>
        <p:spPr>
          <a:xfrm>
            <a:off x="8141853" y="1537854"/>
            <a:ext cx="946728" cy="2008910"/>
          </a:xfrm>
          <a:prstGeom prst="roundRect">
            <a:avLst/>
          </a:prstGeom>
          <a:solidFill>
            <a:srgbClr val="D3CBE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1D69DE9-75F1-8A7D-E3B8-449A6C6B4726}"/>
              </a:ext>
            </a:extLst>
          </p:cNvPr>
          <p:cNvSpPr/>
          <p:nvPr/>
        </p:nvSpPr>
        <p:spPr>
          <a:xfrm>
            <a:off x="9605819" y="1465509"/>
            <a:ext cx="845128" cy="662708"/>
          </a:xfrm>
          <a:prstGeom prst="roundRect">
            <a:avLst/>
          </a:prstGeom>
          <a:solidFill>
            <a:srgbClr val="CBE3E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21FAA87-3066-B794-429A-ADCA4289F258}"/>
              </a:ext>
            </a:extLst>
          </p:cNvPr>
          <p:cNvSpPr/>
          <p:nvPr/>
        </p:nvSpPr>
        <p:spPr>
          <a:xfrm>
            <a:off x="9573490" y="2464577"/>
            <a:ext cx="845128" cy="1037535"/>
          </a:xfrm>
          <a:prstGeom prst="roundRect">
            <a:avLst/>
          </a:prstGeom>
          <a:solidFill>
            <a:srgbClr val="DBE9D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4D4B73-0C2D-00F6-3995-0338BDE39B9B}"/>
              </a:ext>
            </a:extLst>
          </p:cNvPr>
          <p:cNvSpPr/>
          <p:nvPr/>
        </p:nvSpPr>
        <p:spPr>
          <a:xfrm>
            <a:off x="9975273" y="3888509"/>
            <a:ext cx="2078182" cy="452578"/>
          </a:xfrm>
          <a:prstGeom prst="rect">
            <a:avLst/>
          </a:prstGeom>
          <a:solidFill>
            <a:srgbClr val="EAEA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CF5CEAB-B505-0BD4-7CA2-179F6ECC0187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flipV="1">
            <a:off x="2807857" y="2561561"/>
            <a:ext cx="849742" cy="15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E675CF9-E671-AED9-E040-B16EA6583DEB}"/>
              </a:ext>
            </a:extLst>
          </p:cNvPr>
          <p:cNvCxnSpPr>
            <a:cxnSpLocks/>
          </p:cNvCxnSpPr>
          <p:nvPr/>
        </p:nvCxnSpPr>
        <p:spPr>
          <a:xfrm>
            <a:off x="3057235" y="1537854"/>
            <a:ext cx="6003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0613AB6-6D0A-813E-67A5-8D4065EB326F}"/>
              </a:ext>
            </a:extLst>
          </p:cNvPr>
          <p:cNvCxnSpPr>
            <a:cxnSpLocks/>
          </p:cNvCxnSpPr>
          <p:nvPr/>
        </p:nvCxnSpPr>
        <p:spPr>
          <a:xfrm>
            <a:off x="3057235" y="3546764"/>
            <a:ext cx="6003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D2A669C-10B6-75DB-FB3A-A25E2E4B9C67}"/>
              </a:ext>
            </a:extLst>
          </p:cNvPr>
          <p:cNvCxnSpPr>
            <a:cxnSpLocks/>
          </p:cNvCxnSpPr>
          <p:nvPr/>
        </p:nvCxnSpPr>
        <p:spPr>
          <a:xfrm>
            <a:off x="4359565" y="2028939"/>
            <a:ext cx="5634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E082E90-90C2-4B87-7F84-757DBABD6D0D}"/>
              </a:ext>
            </a:extLst>
          </p:cNvPr>
          <p:cNvCxnSpPr>
            <a:stCxn id="10" idx="4"/>
          </p:cNvCxnSpPr>
          <p:nvPr/>
        </p:nvCxnSpPr>
        <p:spPr>
          <a:xfrm>
            <a:off x="3999344" y="2561561"/>
            <a:ext cx="1043708" cy="72349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FFD0D6A-9FCA-45A7-95FE-AE7DBE7E806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334000" y="2604655"/>
            <a:ext cx="0" cy="378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E7970D5-27F9-24C9-470B-191143DCD564}"/>
              </a:ext>
            </a:extLst>
          </p:cNvPr>
          <p:cNvCxnSpPr/>
          <p:nvPr/>
        </p:nvCxnSpPr>
        <p:spPr>
          <a:xfrm flipV="1">
            <a:off x="6308436" y="2604655"/>
            <a:ext cx="0" cy="378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246C027-D094-119B-F1B4-825DF633F337}"/>
              </a:ext>
            </a:extLst>
          </p:cNvPr>
          <p:cNvCxnSpPr/>
          <p:nvPr/>
        </p:nvCxnSpPr>
        <p:spPr>
          <a:xfrm flipV="1">
            <a:off x="7324436" y="2590800"/>
            <a:ext cx="0" cy="378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04E23BB-3EE3-55FE-F8BB-7B7A7DB5633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745018" y="2032000"/>
            <a:ext cx="184727" cy="13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CE4BAE8-4DEB-5B38-F4C0-BBF0508C4DC3}"/>
              </a:ext>
            </a:extLst>
          </p:cNvPr>
          <p:cNvCxnSpPr>
            <a:cxnSpLocks/>
          </p:cNvCxnSpPr>
          <p:nvPr/>
        </p:nvCxnSpPr>
        <p:spPr>
          <a:xfrm flipV="1">
            <a:off x="6677890" y="2028939"/>
            <a:ext cx="184727" cy="13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78C7FFF-C1BF-7FD3-55AD-CAB4E36D01FC}"/>
              </a:ext>
            </a:extLst>
          </p:cNvPr>
          <p:cNvCxnSpPr>
            <a:cxnSpLocks/>
          </p:cNvCxnSpPr>
          <p:nvPr/>
        </p:nvCxnSpPr>
        <p:spPr>
          <a:xfrm>
            <a:off x="7675417" y="3232727"/>
            <a:ext cx="4664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7C10AF0C-06FD-91DE-7140-1DD9140E6E5E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9130145" y="3315855"/>
            <a:ext cx="845128" cy="798943"/>
          </a:xfrm>
          <a:prstGeom prst="bentConnector3">
            <a:avLst>
              <a:gd name="adj1" fmla="val 346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A2AD3C8D-2128-6E90-54AB-615C5E08554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9088581" y="1796863"/>
            <a:ext cx="517238" cy="7454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478263D-0C2D-ACE4-4A55-B08B8F270A73}"/>
              </a:ext>
            </a:extLst>
          </p:cNvPr>
          <p:cNvCxnSpPr/>
          <p:nvPr/>
        </p:nvCxnSpPr>
        <p:spPr>
          <a:xfrm flipH="1">
            <a:off x="10058399" y="2128217"/>
            <a:ext cx="13855" cy="378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384F219-9494-37D7-8E9A-DE77DB56BE02}"/>
              </a:ext>
            </a:extLst>
          </p:cNvPr>
          <p:cNvCxnSpPr>
            <a:cxnSpLocks/>
          </p:cNvCxnSpPr>
          <p:nvPr/>
        </p:nvCxnSpPr>
        <p:spPr>
          <a:xfrm>
            <a:off x="7758545" y="2067442"/>
            <a:ext cx="37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86D2813-E359-6052-7D57-1807410998FF}"/>
              </a:ext>
            </a:extLst>
          </p:cNvPr>
          <p:cNvCxnSpPr>
            <a:cxnSpLocks/>
          </p:cNvCxnSpPr>
          <p:nvPr/>
        </p:nvCxnSpPr>
        <p:spPr>
          <a:xfrm>
            <a:off x="10557164" y="1727200"/>
            <a:ext cx="37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7DFB8AA-F70C-F6F0-41CF-589C195D9738}"/>
              </a:ext>
            </a:extLst>
          </p:cNvPr>
          <p:cNvCxnSpPr>
            <a:cxnSpLocks/>
          </p:cNvCxnSpPr>
          <p:nvPr/>
        </p:nvCxnSpPr>
        <p:spPr>
          <a:xfrm>
            <a:off x="10557163" y="2870978"/>
            <a:ext cx="37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8" name="图形 67">
            <a:extLst>
              <a:ext uri="{FF2B5EF4-FFF2-40B4-BE49-F238E27FC236}">
                <a16:creationId xmlns:a16="http://schemas.microsoft.com/office/drawing/2014/main" id="{A40D57CC-11BE-B32A-06B1-41B1A9587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9541" y="2382982"/>
            <a:ext cx="1063914" cy="972721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259FFA05-A62E-D4B7-CBC0-57C7219B25F9}"/>
              </a:ext>
            </a:extLst>
          </p:cNvPr>
          <p:cNvSpPr/>
          <p:nvPr/>
        </p:nvSpPr>
        <p:spPr>
          <a:xfrm>
            <a:off x="1408540" y="2541926"/>
            <a:ext cx="152399" cy="6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76C3B30C-BAF4-57DA-F1AE-F8ECFFDD2C56}"/>
              </a:ext>
            </a:extLst>
          </p:cNvPr>
          <p:cNvCxnSpPr>
            <a:cxnSpLocks/>
            <a:endCxn id="69" idx="3"/>
          </p:cNvCxnSpPr>
          <p:nvPr/>
        </p:nvCxnSpPr>
        <p:spPr>
          <a:xfrm flipV="1">
            <a:off x="1330031" y="2573291"/>
            <a:ext cx="230908" cy="13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0729F2-D423-8A00-9E8B-6474C2553649}"/>
              </a:ext>
            </a:extLst>
          </p:cNvPr>
          <p:cNvSpPr/>
          <p:nvPr/>
        </p:nvSpPr>
        <p:spPr>
          <a:xfrm>
            <a:off x="1542473" y="1473200"/>
            <a:ext cx="1265384" cy="2207491"/>
          </a:xfrm>
          <a:prstGeom prst="roundRect">
            <a:avLst/>
          </a:prstGeom>
          <a:solidFill>
            <a:srgbClr val="EAE9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739EC9F-BB5C-168A-5A62-F7066BB4E63F}"/>
              </a:ext>
            </a:extLst>
          </p:cNvPr>
          <p:cNvSpPr txBox="1"/>
          <p:nvPr/>
        </p:nvSpPr>
        <p:spPr>
          <a:xfrm>
            <a:off x="434109" y="748145"/>
            <a:ext cx="74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Input</a:t>
            </a:r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8D6F0C8-15B8-642B-424B-E884E24EA8F4}"/>
              </a:ext>
            </a:extLst>
          </p:cNvPr>
          <p:cNvSpPr txBox="1"/>
          <p:nvPr/>
        </p:nvSpPr>
        <p:spPr>
          <a:xfrm>
            <a:off x="302487" y="2276978"/>
            <a:ext cx="98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WorldTrace</a:t>
            </a:r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726D513-DB9C-5DA0-1AD5-07C2E75D46E0}"/>
              </a:ext>
            </a:extLst>
          </p:cNvPr>
          <p:cNvSpPr txBox="1"/>
          <p:nvPr/>
        </p:nvSpPr>
        <p:spPr>
          <a:xfrm>
            <a:off x="286231" y="4017921"/>
            <a:ext cx="1274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OpenStreetMap Road Network</a:t>
            </a:r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3A8340FF-B0E0-51CD-1A54-8964CE42780E}"/>
              </a:ext>
            </a:extLst>
          </p:cNvPr>
          <p:cNvSpPr txBox="1"/>
          <p:nvPr/>
        </p:nvSpPr>
        <p:spPr>
          <a:xfrm>
            <a:off x="2059711" y="776681"/>
            <a:ext cx="229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Preprocessing</a:t>
            </a:r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86B016B-CE92-EDD7-FE1D-BBD68112870C}"/>
              </a:ext>
            </a:extLst>
          </p:cNvPr>
          <p:cNvSpPr txBox="1"/>
          <p:nvPr/>
        </p:nvSpPr>
        <p:spPr>
          <a:xfrm>
            <a:off x="1560947" y="1838527"/>
            <a:ext cx="1362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Consecutive Setup on Way_id Token Route</a:t>
            </a:r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3B68ECE-6A4A-D439-D639-82CA29A0A0EA}"/>
              </a:ext>
            </a:extLst>
          </p:cNvPr>
          <p:cNvSpPr txBox="1"/>
          <p:nvPr/>
        </p:nvSpPr>
        <p:spPr>
          <a:xfrm>
            <a:off x="3101110" y="1863848"/>
            <a:ext cx="146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Topological</a:t>
            </a:r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68F5AD3-3401-1842-8B1C-5C49CCFE80EC}"/>
              </a:ext>
            </a:extLst>
          </p:cNvPr>
          <p:cNvSpPr txBox="1"/>
          <p:nvPr/>
        </p:nvSpPr>
        <p:spPr>
          <a:xfrm>
            <a:off x="3006440" y="3825412"/>
            <a:ext cx="191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Urban Semantics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5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17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</cp:revision>
  <dcterms:created xsi:type="dcterms:W3CDTF">2026-01-16T07:20:27Z</dcterms:created>
  <dcterms:modified xsi:type="dcterms:W3CDTF">2026-01-16T14:10:10Z</dcterms:modified>
</cp:coreProperties>
</file>